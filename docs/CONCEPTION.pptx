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revue de conception. Objet : faire valider la structure et les états avant développement.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à faire passer : ce ne sont pas deux écrans d'un même flux, ce sont deux cycles de vie distincts.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9F9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DE 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USSD FinZuu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Android — 13 écrans, 2 phases, 5 états d'erreur — Android et 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1280160" cy="274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FZ-CDC-SIMUSSD-2026-001 · Version 1.0 · 23 août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864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Kuate Abdel Yaniv — QA Lead, FinZuu SAS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application existe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USSD est déployé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applicatif répond. Les fonctionnalités sont attendues au périmètre MEP1.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opérateur n'est branché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code court n'est provisionné. Composer *321# sur un téléphone ne mène nulle part.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est donc invérifiable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94192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recette possible, ni démonstration devant un partenaire ou un bailleur.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reproduit une session USSD sur un terminal Android, en s'adressant directement au service par voie applicative.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finalités également prioritaires : la recette du canal par l'équipe qualité, et la démonstration du parcours usager aux partenaires d'affaires.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transition. Il disparaît du périmètre dès l'intégration effective des opérateurs — l'usager final n'installera jamais rien.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principes qui commandent toute décision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344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 au parcours réel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saisit son numéro pour faire un USSD : il est dans la carte SIM. Le numéro attribué et conservé sur l'appareil tient lieu de SIM virtuelle.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35240" y="1371600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4538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attribué, le numéro n'est plus jamais saisi.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828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INV-SIM-04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243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6426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logique embarquée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299008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ignore l'arborescence, les règles, les libellés et les données. Elle transmet une saisie et restitue un texte.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2670048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27523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l'écran affiche est exactement ce que le service a produit.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0" y="3127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INV-SIM-03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922776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227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3941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Représentativité des données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2885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n'accepte que les numéros de clients enregistrés. Le numéro attribué correspond nécessairement à un client réel.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35240" y="3968496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40507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par pays, genre et catégorie.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63840" y="44256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INV-SIM-01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phases qui n'ont rien à voir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ATTRIBUTION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fois, au premier lancement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choisit pays, genre et catégorie dans des listes fermées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simulateur transmet les trois critères au service d'attribution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non attribué est tiré, marqué comme pris, son numéro revient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numéro est affiché et lié à l'appareil pour sept jours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508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1783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fois suivantes, sans limite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compose *321# sur le clavier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reprend le numéro stocké sur l'appareil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retourne les écrans successifs, l'application les restitue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numéro n'est jamais ressaisi pendant toute la durée du bail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relie les deux phases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sept jours, le numéro ne se retape jamais — exactement comme une carte SIM. À l'échéance, il retourne au pool et le cycle reprend.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ATTRIBUTION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 1 et 2 — accueil et profil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943283" cy="4206240"/>
          </a:xfrm>
          <a:prstGeom prst="roundRect">
            <a:avLst>
              <a:gd name="adj" fmla="val 752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" y="1330452"/>
            <a:ext cx="1842699" cy="4105656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9012" y="2382012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9012" y="23820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90372" y="3204972"/>
            <a:ext cx="1842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ReadyCash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8972" y="3525012"/>
            <a:ext cx="13854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Accédez à vos services financiers depuis n'importe quel téléphone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4420" y="432968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" y="43296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32204" y="432968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32204" y="43296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1540" y="4850892"/>
            <a:ext cx="1440363" cy="384048"/>
          </a:xfrm>
          <a:prstGeom prst="roundRect">
            <a:avLst>
              <a:gd name="adj" fmla="val 1428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" y="4850892"/>
            <a:ext cx="14403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961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Accueil — sélecteur de langue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1280160"/>
            <a:ext cx="1943283" cy="4206240"/>
          </a:xfrm>
          <a:prstGeom prst="roundRect">
            <a:avLst>
              <a:gd name="adj" fmla="val 752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13532" y="1330452"/>
            <a:ext cx="1842699" cy="4105656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4700" y="1650492"/>
            <a:ext cx="14403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profil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4700" y="1924812"/>
            <a:ext cx="1440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informations servent à vous attribuer un compte de démonstration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4700" y="24734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14700" y="2674620"/>
            <a:ext cx="144036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4428" y="2674620"/>
            <a:ext cx="12026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4700" y="39364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14700" y="4137660"/>
            <a:ext cx="144036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4428" y="4137660"/>
            <a:ext cx="12026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14700" y="32506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14700" y="3451860"/>
            <a:ext cx="683605" cy="347472"/>
          </a:xfrm>
          <a:prstGeom prst="roundRect">
            <a:avLst>
              <a:gd name="adj" fmla="val 13158"/>
            </a:avLst>
          </a:prstGeom>
          <a:solidFill>
            <a:srgbClr val="EEEDFE"/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4700" y="3451860"/>
            <a:ext cx="6836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53169" y="3451860"/>
            <a:ext cx="68360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3169" y="3451860"/>
            <a:ext cx="6836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4700" y="4850892"/>
            <a:ext cx="1440363" cy="384048"/>
          </a:xfrm>
          <a:prstGeom prst="roundRect">
            <a:avLst>
              <a:gd name="adj" fmla="val 14286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4700" y="4850892"/>
            <a:ext cx="14403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63240" y="55961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Profil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14630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1463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70448" y="142646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sélecteur de langue est ici, avant tout le reste : choisir sa langue après avoir lu un formulaire en français n'aurait aucun sens. EF-19.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233172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2331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70448" y="22951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critères : pays, genre, catégorie. Aucun champ de saisie libre, nulle part. INV-SIM-04 rendu visible.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30632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063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70448" y="302666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genre est en boutons : deux valeurs ne méritent pas un menu déroulant, et l'état sélectionné se voit sans rien ouvrir.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39776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977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70448" y="394106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reste inactif tant que les trois champs ne sont pas remplis. L'interface empêche l'erreur au lieu de la sanctionner.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ATTRIBUTION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 3 et 4 — attente et remise du numéro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943283" cy="4206240"/>
          </a:xfrm>
          <a:prstGeom prst="roundRect">
            <a:avLst>
              <a:gd name="adj" fmla="val 752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" y="1330452"/>
            <a:ext cx="1842699" cy="4105656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3604" y="2793492"/>
            <a:ext cx="365760" cy="365760"/>
          </a:xfrm>
          <a:prstGeom prst="donu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" y="3296412"/>
            <a:ext cx="18426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en cours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6404" y="3570732"/>
            <a:ext cx="1330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d'un compte correspondant à votre profil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55961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Attribution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280160"/>
            <a:ext cx="1943283" cy="4206240"/>
          </a:xfrm>
          <a:prstGeom prst="roundRect">
            <a:avLst>
              <a:gd name="adj" fmla="val 752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3532" y="1330452"/>
            <a:ext cx="1842699" cy="4105656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90772" y="2016252"/>
            <a:ext cx="384048" cy="384048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0772" y="2016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113532" y="2537460"/>
            <a:ext cx="1842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numéro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13532" y="2775204"/>
            <a:ext cx="1842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699 000 006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616452" y="3250692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6452" y="32506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  Copier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6412" y="3799332"/>
            <a:ext cx="1476939" cy="777240"/>
          </a:xfrm>
          <a:prstGeom prst="roundRect">
            <a:avLst>
              <a:gd name="adj" fmla="val 5882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6140" y="3909060"/>
            <a:ext cx="12574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Notez ce numéro. Il vous identifie auprès du service et ne vous sera plus redemandé.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4700" y="4850892"/>
            <a:ext cx="1440363" cy="384048"/>
          </a:xfrm>
          <a:prstGeom prst="roundRect">
            <a:avLst>
              <a:gd name="adj" fmla="val 1428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4700" y="4850892"/>
            <a:ext cx="14403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55961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Numéro attribué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14630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463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70448" y="142646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L'attente est un écran à part entière. Sans lui, le bouton semble mort et l'usager appuie deux fois — ce qui consommerait deux clients.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23774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70448" y="234086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numéro est le seul élément fort de l'écran. Chiffres groupés par trois. Tout le reste est vide, délibérément.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320040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3200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70448" y="316382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de copie avec icône, à la demande. Le partenaire doit pouvoir transmettre ce numéro sans le recopier à la main.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411480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4114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70448" y="407822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consigne dit quoi faire ET pourquoi on ne le redemandera plus. Le numéro reste en mémoire sept jours : le client ne le saisit jamais.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5 — composition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943283" cy="4206240"/>
          </a:xfrm>
          <a:prstGeom prst="roundRect">
            <a:avLst>
              <a:gd name="adj" fmla="val 752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" y="1330452"/>
            <a:ext cx="1842699" cy="4105656"/>
          </a:xfrm>
          <a:prstGeom prst="roundRect">
            <a:avLst>
              <a:gd name="adj" fmla="val 6451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" y="1970532"/>
            <a:ext cx="1842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*321#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90372" y="2427732"/>
            <a:ext cx="1842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699 000 006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82980" y="2839212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" y="28392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58468" y="2839212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8468" y="28392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33956" y="2839212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3956" y="28392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2980" y="3314700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980" y="33147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58468" y="3314700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8468" y="33147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33956" y="3314700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3956" y="33147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2980" y="3790188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" y="37901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58468" y="3790188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8468" y="37901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933956" y="3790188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33956" y="37901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82980" y="4265676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458468" y="4265676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58468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933956" y="4265676"/>
            <a:ext cx="384048" cy="38404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33956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376172" y="4850892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6172" y="48508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55961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Composition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1417320"/>
            <a:ext cx="8321040" cy="1371600"/>
          </a:xfrm>
          <a:prstGeom prst="roundRect">
            <a:avLst>
              <a:gd name="adj" fmla="val 5333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16002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détail qui porte tout l'argument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657600" y="19659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numéro est rappelé sous le code composé, en petit et en gris. Le partenaire voit qu'il est là sans qu'on l'ait tapé. C'est la carte SIM, rendue visible.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291840" y="30632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063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84448" y="302666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fond est noir parce qu'un clavier téléphonique Android est sombre. Le bouton d'appel est vert : convention universelle, on ne la réinvente pas.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1840" y="379476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84448" y="3758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clavier est numérique et porte * et # — le type de clavier découle du champ, comme sur un vrai terminal.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91840" y="452628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4526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584448" y="44897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écran ne permet de modifier le numéro. Il change à l'échéance du bail, ou par rupture de liaison réservée à la recette.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 6 et 7 — les deux états du dialogue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943283" cy="4206240"/>
          </a:xfrm>
          <a:prstGeom prst="roundRect">
            <a:avLst>
              <a:gd name="adj" fmla="val 752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" y="1330452"/>
            <a:ext cx="1842699" cy="4105656"/>
          </a:xfrm>
          <a:prstGeom prst="roundRect">
            <a:avLst>
              <a:gd name="adj" fmla="val 6451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2199132"/>
            <a:ext cx="1550091" cy="2514600"/>
          </a:xfrm>
          <a:prstGeom prst="roundRect">
            <a:avLst>
              <a:gd name="adj" fmla="val 4129"/>
            </a:avLst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" y="2336292"/>
            <a:ext cx="129405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Bienvenue chez ReadyCash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Épargne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Crédit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Remboursement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Compte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Quitter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2980" y="39090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82980" y="4146804"/>
            <a:ext cx="1257483" cy="1828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" y="4329684"/>
            <a:ext cx="12574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Annuler        Envoyer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5961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Menu — CON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1280160"/>
            <a:ext cx="1943283" cy="4206240"/>
          </a:xfrm>
          <a:prstGeom prst="roundRect">
            <a:avLst>
              <a:gd name="adj" fmla="val 752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13532" y="1330452"/>
            <a:ext cx="1842699" cy="4105656"/>
          </a:xfrm>
          <a:prstGeom prst="roundRect">
            <a:avLst>
              <a:gd name="adj" fmla="val 6451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2564892"/>
            <a:ext cx="1550091" cy="1600200"/>
          </a:xfrm>
          <a:prstGeom prst="roundRect">
            <a:avLst>
              <a:gd name="adj" fmla="val 4129"/>
            </a:avLst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6140" y="2702052"/>
            <a:ext cx="1257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solde est 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06140" y="2930652"/>
            <a:ext cx="12574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 XAF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06140" y="3296412"/>
            <a:ext cx="12574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épargne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ReadyCash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6140" y="3817620"/>
            <a:ext cx="12574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63240" y="55961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Résultat — 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417320"/>
            <a:ext cx="6035040" cy="1600200"/>
          </a:xfrm>
          <a:prstGeom prst="roundRect">
            <a:avLst>
              <a:gd name="adj" fmla="val 4571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neutre — et c'est un choix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97880" y="194767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C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identité FinZuu, aucune imitation d'une plateforme. iOS ne dispose d'aucun dialogue USSD système à reproduire : la neutralité remplace l'imitation. Le partenaire doit percevoir un dialogue système, pas une application — puisque l'argument central est qu'il n'y en aura aucune chez le client final. ENF-04.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15468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154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70448" y="311810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— la session continue : champ de saisie souligné, deux actions. Toute la mécanique du protocole se lit dans cette différence.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39776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977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70448" y="394106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— la session est close : ni champ, ni choix, un seul bouton de fermeture.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46634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4663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70448" y="462686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affiché est celui du serveur, préfixe retiré. L'application ne traduit jamais et ne transmet aucune langue : le parcours USSD porte sa propre option de changement. INV-SIM-05, INV-SIM-07.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8 — instrumentation qualité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943283" cy="4206240"/>
          </a:xfrm>
          <a:prstGeom prst="roundRect">
            <a:avLst>
              <a:gd name="adj" fmla="val 752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" y="1330452"/>
            <a:ext cx="1842699" cy="4105656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" y="1604772"/>
            <a:ext cx="14769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technique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" y="1924812"/>
            <a:ext cx="1842699" cy="10973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" y="2107692"/>
            <a:ext cx="1550091" cy="594360"/>
          </a:xfrm>
          <a:prstGeom prst="rect">
            <a:avLst/>
          </a:prstGeom>
          <a:solidFill>
            <a:srgbClr val="F7F6F2"/>
          </a:solidFill>
          <a:ln w="12700">
            <a:solidFill>
              <a:srgbClr val="F7F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6676" y="2107692"/>
            <a:ext cx="32004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" y="2153412"/>
            <a:ext cx="13854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12:35:02 · POST /callback · 200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46404" y="2318004"/>
            <a:ext cx="1385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{"msisdn":"699000006",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"input":"*321#","new_session":"1"}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36676" y="2820924"/>
            <a:ext cx="1550091" cy="594360"/>
          </a:xfrm>
          <a:prstGeom prst="rect">
            <a:avLst/>
          </a:prstGeom>
          <a:solidFill>
            <a:srgbClr val="F7F6F2"/>
          </a:solidFill>
          <a:ln w="12700">
            <a:solidFill>
              <a:srgbClr val="F7F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" y="2820924"/>
            <a:ext cx="32004" cy="59436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" y="2866644"/>
            <a:ext cx="13854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12:35:02 · réponse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46404" y="3031236"/>
            <a:ext cx="1385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Bienvenue chez ReadyCash…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36676" y="3534156"/>
            <a:ext cx="1550091" cy="594360"/>
          </a:xfrm>
          <a:prstGeom prst="rect">
            <a:avLst/>
          </a:prstGeom>
          <a:solidFill>
            <a:srgbClr val="F7F6F2"/>
          </a:solidFill>
          <a:ln w="12700">
            <a:solidFill>
              <a:srgbClr val="F7F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" y="3534156"/>
            <a:ext cx="32004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" y="3579876"/>
            <a:ext cx="13854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12:35:11 · POST /callback · 200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46404" y="3744468"/>
            <a:ext cx="1385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{"input":"4","new_session":"0"}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91540" y="4850892"/>
            <a:ext cx="1440363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" y="4850892"/>
            <a:ext cx="14403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Rompre la liaison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5961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Instrumentation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14630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463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84448" y="142646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journal montre les échanges bruts, pas une version reformulée. C'est ce qui permet de dire si un défaut vient de l'application ou du serveur.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28600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286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84448" y="224942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vertes pour les envois, grises pour les réponses. Lecture immédiate du sens de l'échange.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301752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84448" y="298094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rupture de liaison est en rouge, en bas, isolée : action destructive éloignée du reste.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749040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749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84448" y="371246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chemin visible ne mène à cet écran. L'accès demande une manipulation délibérée et non documentée à l'usager de démonstration — EF-17.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470916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4892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cacher plutôt que protéger par mot de passe : un mot de passe attire l'attention et invite à demander ce qu'il y a derrière. L'absence de chemin ne se remarque pas.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états d'échec — ENF-05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échec doit être distinguable des autres. Un message générique empêche de savoir s'il faut appeler le réseau, TNS, ou personne.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1436340" cy="3108960"/>
          </a:xfrm>
          <a:prstGeom prst="roundRect">
            <a:avLst>
              <a:gd name="adj" fmla="val 101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559052"/>
            <a:ext cx="1335756" cy="3008376"/>
          </a:xfrm>
          <a:prstGeom prst="roundRect">
            <a:avLst>
              <a:gd name="adj" fmla="val 88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1852" y="2217420"/>
            <a:ext cx="310896" cy="310896"/>
          </a:xfrm>
          <a:prstGeom prst="ellipse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1852" y="2217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6948" y="2638044"/>
            <a:ext cx="111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connexion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" y="2930652"/>
            <a:ext cx="1043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votre connexion et réessayez.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81812" y="4165092"/>
            <a:ext cx="1006572" cy="320040"/>
          </a:xfrm>
          <a:prstGeom prst="roundRect">
            <a:avLst>
              <a:gd name="adj" fmla="val 1428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" y="4165092"/>
            <a:ext cx="1006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Réessayer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48646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Réseau indisponible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510235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L'appareil ne joint pas le serveur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80360" y="1508760"/>
            <a:ext cx="1436340" cy="3108960"/>
          </a:xfrm>
          <a:prstGeom prst="roundRect">
            <a:avLst>
              <a:gd name="adj" fmla="val 101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30652" y="1559052"/>
            <a:ext cx="1335756" cy="3008376"/>
          </a:xfrm>
          <a:prstGeom prst="roundRect">
            <a:avLst>
              <a:gd name="adj" fmla="val 88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5284" y="2217420"/>
            <a:ext cx="310896" cy="310896"/>
          </a:xfrm>
          <a:prstGeom prst="ellipse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5284" y="2217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40380" y="2638044"/>
            <a:ext cx="111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indisponible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76956" y="2930652"/>
            <a:ext cx="1043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ne répond pas correctement.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95244" y="4165092"/>
            <a:ext cx="1006572" cy="320040"/>
          </a:xfrm>
          <a:prstGeom prst="roundRect">
            <a:avLst>
              <a:gd name="adj" fmla="val 1428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5244" y="4165092"/>
            <a:ext cx="1006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Réessayer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0" y="48646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Service en erreur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510235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répond, mais en erreur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93792" y="1508760"/>
            <a:ext cx="1436340" cy="3108960"/>
          </a:xfrm>
          <a:prstGeom prst="roundRect">
            <a:avLst>
              <a:gd name="adj" fmla="val 101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44084" y="1559052"/>
            <a:ext cx="1335756" cy="3008376"/>
          </a:xfrm>
          <a:prstGeom prst="roundRect">
            <a:avLst>
              <a:gd name="adj" fmla="val 88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8716" y="2217420"/>
            <a:ext cx="310896" cy="310896"/>
          </a:xfrm>
          <a:prstGeom prst="ellipse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28716" y="2217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53812" y="2638044"/>
            <a:ext cx="111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compte disponible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0388" y="2930652"/>
            <a:ext cx="1043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compte ne correspond à ce profil.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08676" y="4165092"/>
            <a:ext cx="1006572" cy="320040"/>
          </a:xfrm>
          <a:prstGeom prst="roundRect">
            <a:avLst>
              <a:gd name="adj" fmla="val 1428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8676" y="4165092"/>
            <a:ext cx="1006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56632" y="48646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Aucun compte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65192" y="510235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stock est épuisé pour ce profil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07224" y="1508760"/>
            <a:ext cx="1436340" cy="3108960"/>
          </a:xfrm>
          <a:prstGeom prst="roundRect">
            <a:avLst>
              <a:gd name="adj" fmla="val 101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57516" y="1559052"/>
            <a:ext cx="1335756" cy="3008376"/>
          </a:xfrm>
          <a:prstGeom prst="roundRect">
            <a:avLst>
              <a:gd name="adj" fmla="val 88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2148" y="2217420"/>
            <a:ext cx="310896" cy="310896"/>
          </a:xfrm>
          <a:prstGeom prst="ellipse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2148" y="2217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667244" y="2638044"/>
            <a:ext cx="111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expirée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03820" y="2930652"/>
            <a:ext cx="1043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session a pris fin. Composez à nouveau.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22108" y="4165092"/>
            <a:ext cx="1006572" cy="320040"/>
          </a:xfrm>
          <a:prstGeom prst="roundRect">
            <a:avLst>
              <a:gd name="adj" fmla="val 1428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22108" y="4165092"/>
            <a:ext cx="1006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70064" y="48646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Session expirée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78624" y="510235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a clos la session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820656" y="1508760"/>
            <a:ext cx="1436340" cy="3108960"/>
          </a:xfrm>
          <a:prstGeom prst="roundRect">
            <a:avLst>
              <a:gd name="adj" fmla="val 101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0948" y="1559052"/>
            <a:ext cx="1335756" cy="3008376"/>
          </a:xfrm>
          <a:prstGeom prst="roundRect">
            <a:avLst>
              <a:gd name="adj" fmla="val 88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55580" y="2217420"/>
            <a:ext cx="310896" cy="310896"/>
          </a:xfrm>
          <a:prstGeom prst="ellipse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55580" y="2217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980676" y="2638044"/>
            <a:ext cx="111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expiré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17252" y="2930652"/>
            <a:ext cx="1043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sept jours sont écoulés. Un nouveau numéro va vous être attribué.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0035540" y="4165092"/>
            <a:ext cx="1006572" cy="320040"/>
          </a:xfrm>
          <a:prstGeom prst="roundRect">
            <a:avLst>
              <a:gd name="adj" fmla="val 14286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35540" y="4165092"/>
            <a:ext cx="1006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683496" y="48646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Bail échu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592056" y="510235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atteinte ou bail éteint côté service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" y="59253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partenaire ne doit jamais voir un code HTTP ni une trace technique. Le détail brut existe — dans le journal, écran 8.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534AB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534AB7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7556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 — actions, sélection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482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D9E75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665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1D9E75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2311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— appel, succès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23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A32D2D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42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A32D2D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7066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Destructif — rupture de liaison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017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F1EFE8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1821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de consigne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C2C2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2C2C2A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657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principal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888780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9684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888780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41330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secondaire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52160" y="1591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attribué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0" y="1591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pt · chasse fixe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852160" y="2066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d'écran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0" y="20665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pt · demi-gras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52160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86800" y="2542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5216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 de champ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0" y="3017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852160" y="34930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86800" y="3493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52160" y="39684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technique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86800" y="39684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pt · chasse fixe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754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exception assumée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510235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écrans 6 et 7 — les dialogues de session — n'appliquent pas cette charte. Ils reproduisent le dialogue système Android : fond blanc cassé, typographie neutre, actions discrètes. C'est le seul endroit du produit où l'identité FinZuu doit disparaître.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écran × exigence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5720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Exigences couvertes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 de recette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Accueil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EF-00, EF-19, EF-20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CR-01, CR-14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Profil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EF-01, EF-02, EF-03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CR-04, CR-08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Attribution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CR-05, CR-06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Numéro attribué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EF-05, EF-06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CR-05, CR-07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Composition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EF-08, EF-09, EF-14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Menu (CON)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EF-10, EF-11, EF-13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CR-09, CR-10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Résultat (END)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EF-10, EF-12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CR-09, CR-10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Instrumentation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EF-16, EF-17, EF-18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à 13 · États d'échec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ENF-05, EF-15, EF-22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CR-11, CR-13, CR-16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Treize écrans couvrent vingt-trois exigences fonctionnelles et deux exigences non fonctionnelles. Aucun écran n'existe sans exigence ; aucune exigence d'interface n'est sans écran.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F9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TRANCHER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cette conception ne décide pas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20824"/>
            <a:ext cx="41148" cy="658368"/>
          </a:xfrm>
          <a:prstGeom prst="rect">
            <a:avLst/>
          </a:prstGeom>
          <a:solidFill>
            <a:srgbClr val="F7C1C1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965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bloquante — canal hors service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26771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USSD ne restitue aucun menu à ce jour (FRA-234). L'application peut être construite, mais rien ne pourra être démontré tant que ce défaut persiste.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072384"/>
            <a:ext cx="41148" cy="658368"/>
          </a:xfrm>
          <a:prstGeom prst="rect">
            <a:avLst/>
          </a:prstGeom>
          <a:solidFill>
            <a:srgbClr val="F7C1C1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0175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bloquante — service d'attribution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319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mécanisme d'attribution n'existe. Sa conception est un préalable à la phase 1 et relève du périmètre du Loader.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23944"/>
            <a:ext cx="41148" cy="658368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069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d'attribution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3708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appareils configurant simultanément peuvent recevoir le même client si le tirage et le marquage ne forment pas une opération indivisible.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175504"/>
            <a:ext cx="41148" cy="658368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1206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Dimensionnement du stock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54223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baux de sept jours restituent les numéros au pool. Il faut établir combien de démonstrations simultanées les seize combinaisons supportent.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6227064"/>
            <a:ext cx="41148" cy="658368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6172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Dimensionnement du pool d'attribution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64739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bail immobilise un client sept jours. Il reste à établir combien de démonstrations simultanées la population du Loader supporte, combinaison de profil par combinaison.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FZ-CDC-SIMUSSD-2026-001 · Kuate Abdel Yaniv, QA Lead — FinZuu SAS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Simulateur USSD FinZuu — Spécification de conception</dc:title>
  <dc:subject>PptxGenJS Presentation</dc:subject>
  <dc:creator>Kuate Abdel Yaniv</dc:creator>
  <cp:lastModifiedBy>Kuate Abdel Yaniv</cp:lastModifiedBy>
  <cp:revision>1</cp:revision>
  <dcterms:created xsi:type="dcterms:W3CDTF">2026-08-24T19:28:13Z</dcterms:created>
  <dcterms:modified xsi:type="dcterms:W3CDTF">2026-08-24T19:28:13Z</dcterms:modified>
</cp:coreProperties>
</file>